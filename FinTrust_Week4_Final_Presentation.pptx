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FINTRUST DIGITAL BANK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Week 4 Final Data Analytics</a:t>
            </a:r>
          </a:p>
          <a:p>
            <a:pPr>
              <a:defRPr sz="2000">
                <a:solidFill>
                  <a:srgbClr val="E6BE5F"/>
                </a:solidFill>
              </a:defRPr>
            </a:pPr>
            <a:r>
              <a:t>Test • Validate • Refine • 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394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AnalystLab Africa Experience Lab | Data Analytics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Turn the supplied FinTrust data into clear, evidence-based business insights.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Use SQL, Python, KPI definitions and dashboard design to support understanding and decision-making.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Continue the Week 1–3 project; do not replace it with an unrelated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Data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33 visible customer records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33 visible transaction records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Total transaction value: NGN 959,180.43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Tools: SQL, Python/Pandas, Excel and Power BI planning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CSV files are structured transcriptions of visible PDF records, not original raw system exports.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Validated finding 1: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Mobile App total value: NGN 493,341.73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Share of sample transaction value: 51.4%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Business meaning: the app channel contributes the largest value in this sample.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Caveat: this does not establish satisfaction, growth or bank-wide behaviour.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Validated finding 2: transaction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Cash Withdrawal value: NGN 395,660.05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Share of sample value: 41.2%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Business meaning: withdrawals dominate the visible transaction value mix.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Caveat: broader coverage is needed for operational conclusions.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Validated finding 3: value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Mean: NGN 29,066.07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Median: NGN 6,702.14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5 IQR outliers above NGN 53,278.94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Outliers account for 71.4% of sample value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Outliers are statistical flags, not automatic evidence of fraud or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Critical data-quality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Only 1 of 33 transaction Customer_IDs match the visible customer dataset.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32 transaction rows remain unmatched.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Action: correct the source key mapping and rerun customer-level analysis.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Until resolved, do not publish customer-level transaction KPIs.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Final testing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Rechecked row counts and total transaction value.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Checked missing values and duplicate identifiers.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Recomputed channel and transaction-type summaries.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Recomputed mean, median and IQR outlier threshold.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Documented blocked tests caused by unavailable fields and poor key matching.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Monitor channel performance with a larger representative dataset.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Review high-value records using a controlled QA process.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Resolve customer key mapping before customer-level analysis.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Obtain approved transaction-status and risk fields if needed.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Request broader date coverage before trend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Dashboard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Build the native Power BI dashboard and verify all KPIs, filters and relationships.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Keep customer and transaction pages separate until keys are corrected.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Transaction_Status and Risk_Review_Flag are not present in the visible transaction export.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The sample covers only a short time window.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FinTrust data is synthetic and educational.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Lessons learned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Validation is as important as visualization.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Document what the data supports and what it does not support.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Complete and reopen the native .pbix file in Power BI Desktop.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Capture final testing screenshots and update GitHub.</a:t>
            </a:r>
          </a:p>
          <a:p>
            <a:pPr>
              <a:spcAft>
                <a:spcPts val="1500"/>
              </a:spcAft>
              <a:defRPr sz="2100">
                <a:solidFill>
                  <a:srgbClr val="5A626C"/>
                </a:solidFill>
              </a:defRPr>
            </a:pPr>
            <a:r>
              <a:t>Submit the final report and individual 5–10 minute video.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FinTrust • Week 4 • Data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